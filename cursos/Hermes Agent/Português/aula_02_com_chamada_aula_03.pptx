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DC2FB-2E46-33EF-BBEA-5C1C1A1A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22B9C-95C3-93D1-4A59-668601254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799A2-BBBB-7BF2-5A9A-FEB1CF9CA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2D70B-FF73-2B65-8692-C4A4D7C707F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5554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https://hermes-agent.nousresearch.com/docs/user-guide/profiles/ (Profiles; acesso em 7 ago. 2026)</a:t>
            </a:r>
          </a:p>
          <a:p>
            <a:r>
              <a:t>- https://hermes-agent.nousresearch.com/docs/user-guide/features/memory/ (memória; acesso em 7 ago. 2026)</a:t>
            </a:r>
          </a:p>
          <a:p>
            <a:r>
              <a:t>- https://github.com/volcengine/OpenViking (base de conhecimento e contexto; acesso em 7 ago. 2026)</a:t>
            </a:r>
          </a:p>
          <a:p>
            <a:r>
              <a:t>- Material local da Aula 3: HERMES/video_aula3/Apostila_Aula_3_Hermes_Avancado_Profiles_OpenViking_Grafos.docx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DBAF0-F1A4-5AB4-9C28-E99B1EFAB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F098E4-43C3-2B86-22FB-667B86493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F862A-CFC5-B34E-3863-B8EE870FCF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C3993F-1C22-CFDE-C2D9-D466E571BB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7AFF9A-A6C9-8223-B5CB-8BF20F20FE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998B2F-D0CA-13A2-B190-7774BDF1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0C6BF-6EA5-1B2A-9619-B8FEBA349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3390B9-9883-FB0A-CB51-CDC49C3C0B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9FF8CF-0270-250B-E64E-37234D1100D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6EFAE-167A-8997-F854-6BE4CEA8E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D454C-70E7-5C94-A076-DF9C192B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1BF064-D011-7891-F889-7AD9F0F0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2E68AF-D77B-E20C-EF1C-26F2DA6AF9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E6FBAF-D9D9-A9D4-33A4-5B53F392AC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7738E6-62D2-BCCE-E3E1-CA420EEF8B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ED2DE-4253-D2BE-8968-09D4DF7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7B30D8-9502-695B-6906-020C42DB0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5337F3-A92C-9CC6-8143-88339FEA54E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7D5EBC-9C03-8993-749E-6D2BC140F1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590299-FFAE-8F4D-40E5-F026F82BA9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B15507-C50F-8D37-A77C-73DE13A47E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CEAE7-8A70-F69C-D4EC-E954F073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FD14E0-7DAC-4BD0-F7B9-50D0287BA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AB2B01-7692-55D0-F2EC-6F4083060A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D25723-4540-FE75-0AD8-45B96CDB575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DD46EFF-3B58-BB89-C071-87F357C3B8B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FF7489D-44CF-B91A-6158-EE8384A530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D415FA-552D-3A9E-463B-1C8425C323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B5CDB87-4FD4-E8D7-B00B-307E5D4D8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97602-64BC-A7EA-C0A4-0FD3D973B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EF01108-5780-8687-7538-1F0CA06FC4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D0EF97-C9B6-D582-820F-0E8D98311F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C367EF9-1CD0-00AB-701C-09124A710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CCBF05E-6AE6-650D-3EC1-7A7ABC18C6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B6412C0-CF94-A361-A59F-9DE6EF6111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18D9A4-3B72-FF45-2B73-A08FEBAEAE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ADA14-00A0-C060-589A-F777E6EE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A7A1B7-61E2-1054-9433-E9A1AE981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19DD0D-A870-0BAE-03A7-5EA9C4505BF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B1CCAB-8474-321C-8C8B-EC07B5B15B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1D419C-B2C1-97B3-3312-D13131D9BB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853E2F-893B-8C4F-8BE6-0049441F2A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109F0-315E-1F96-9709-24E5F4E4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45737DC-236F-1F44-644D-10F4581E4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E524FD-3792-02D9-4DF0-CFE0005056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5D87E5E-A797-0273-E801-F383DDF78E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D49F46-2C45-66F9-2D5A-CCA55FD59A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C77BE5-F9DF-4859-A287-263E261C2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C90C5-9C6A-B580-A4F2-0A70BC8A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90BD89-B0F1-E24B-7A9E-FDBE6ACE8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F25B3D-E32B-3D46-E396-EA776BE86D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71A256-EC67-269A-123E-CC6FE5EE3A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D8372D-6C7B-007E-BEAC-A85773EC99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30AEBB-D399-8293-7FEB-AC4CFA5E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C17158-4894-F54B-FCAC-2221243CA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7CB1D8-1AB0-F251-3B1F-E4F8FAFC98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87A8EA-3E37-016B-068B-BEF1B9F3D3E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1CFA26-6D53-2F00-BC31-B3C2176BA6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EB0C3BA-5732-4B73-9970-92499F64049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D4B3B0-8E72-5F12-FB62-033C1AFFF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B6F898-54B7-5BEB-352E-B479C6EB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Clique para editar os estilos de texto Mestres</a:t>
            </a:r>
          </a:p>
          <a:p>
            <a:pPr lvl="1">
              <a:buNone/>
            </a:pPr>
            <a:r>
              <a:t>Segundo nível</a:t>
            </a:r>
          </a:p>
          <a:p>
            <a:pPr lvl="2">
              <a:buNone/>
            </a:pPr>
            <a:r>
              <a:t>Terceiro nível</a:t>
            </a:r>
          </a:p>
          <a:p>
            <a:pPr lvl="3">
              <a:buNone/>
            </a:pPr>
            <a:r>
              <a:t>Quarto nível</a:t>
            </a:r>
          </a:p>
          <a:p>
            <a:pPr lvl="4">
              <a:buNone/>
            </a:pPr>
            <a:r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B01288-5141-AFD4-8D6C-9B3D16545EE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1AF05-D208-46AA-B637-8C16161F23BF}" type="datetimeFigureOut">
              <a:t>07/08/2026</a:t>
            </a:fld>
            <a:endParaRPr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4AF2BC-C02D-17CB-1EBF-6776D0318DE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046962-EA98-7CAC-3950-1F54A8E3A01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0C3BA-5732-4B73-9970-92499F640494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noGrp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noGrp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noGrp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32C57F-72CB-AF2A-3ED8-6374C195F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8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0016A3-3CAC-20CF-9950-AB80D6D5C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2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998F2D-07F5-3720-0DF2-AB89E0869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9A043130-72AC-C22B-4E37-008E4CCA8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7E82A1-2961-4770-D26A-3D2A379C097F}"/>
              </a:ext>
            </a:extLst>
          </p:cNvPr>
          <p:cNvSpPr>
            <a:spLocks noGrp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5522C8-5D65-EA2C-651F-44812C772C2D}"/>
              </a:ext>
            </a:extLst>
          </p:cNvPr>
          <p:cNvSpPr>
            <a:spLocks noGrp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365CCB-F08C-AACA-5185-F44B1704BE17}"/>
              </a:ext>
            </a:extLst>
          </p:cNvPr>
          <p:cNvSpPr>
            <a:spLocks noGrp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7" name="Imagem 4">
            <a:extLst>
              <a:ext uri="{FF2B5EF4-FFF2-40B4-BE49-F238E27FC236}">
                <a16:creationId xmlns:a16="http://schemas.microsoft.com/office/drawing/2014/main" id="{462120FF-58D7-9D9B-C6A5-52D77FF6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6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noGrp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noGrp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noGrp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87" y="291739"/>
            <a:ext cx="11056426" cy="627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037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noGrp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noGrp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noGrp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1" name="Imagem 3"/>
          <p:cNvPicPr>
            <a:picLocks noChangeAspect="1"/>
          </p:cNvPicPr>
          <p:nvPr/>
        </p:nvPicPr>
        <p:blipFill>
          <a:blip r:embed="rId3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3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</a:extLst>
          </p:cNvPr>
          <p:cNvSpPr>
            <a:spLocks noGrp="1"/>
          </p:cNvSpPr>
          <p:nvPr/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</a:extLst>
          </p:cNvPr>
          <p:cNvSpPr>
            <a:spLocks noGrp="1"/>
          </p:cNvSpPr>
          <p:nvPr/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</a:extLst>
          </p:cNvPr>
          <p:cNvSpPr>
            <a:spLocks noGrp="1"/>
          </p:cNvSpPr>
          <p:nvPr/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Imagem 3"/>
          <p:cNvPicPr>
            <a:picLocks noChangeAspect="1"/>
          </p:cNvPicPr>
          <p:nvPr/>
        </p:nvPicPr>
        <p:blipFill>
          <a:blip r:embed="rId3"/>
          <a:srcRect t="630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  <p:pic>
        <p:nvPicPr>
          <p:cNvPr id="33" name="Imagem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5607" y="457200"/>
            <a:ext cx="1056078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30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DocSecurity>0</DocSecurity>
  <PresentationFormat>Widescreen</PresentationFormat>
  <Paragraphs>5</Paragraphs>
  <Slides>6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Denise Marti</cp:lastModifiedBy>
  <cp:revision>1</cp:revision>
  <dcterms:created xsi:type="dcterms:W3CDTF">2026-08-07T18:50:49Z</dcterms:created>
  <dcterms:modified xsi:type="dcterms:W3CDTF">2026-08-07T23:02:21Z</dcterms:modified>
</cp:coreProperties>
</file>